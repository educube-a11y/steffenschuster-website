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5486400" cy="5486400"/>
          </a:xfrm>
          <a:prstGeom prst="ellipse">
            <a:avLst/>
          </a:prstGeom>
          <a:solidFill>
            <a:srgbClr val="1B3953">
              <a:alpha val="35000"/>
            </a:srgbClr>
          </a:solidFill>
          <a:ln w="12700">
            <a:solidFill>
              <a:srgbClr val="1B395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CHALLENGE PRÄSENTATION  ·  AI TRAINING INSTITUTE  ·  2026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30352" y="1143000"/>
            <a:ext cx="82296" cy="82296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8321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steffenschuster.de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02920" y="2487168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9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beeindruckt — und warum es funktioniert.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3163824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Analyse der visuellen Effekte, technischen Architektur und SEO/GEO-Optimierung — entstanden in einem KI-Workshop.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3A6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VISUELLE SPIELEREIEN   ·   TECHNISCHE RAFFINESSE   ·   GEO / SEO   ·   ENTSTEHUNGSPROZESS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45F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ENTSTEHUNGSPROZESS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dirty="0">
                <a:solidFill>
                  <a:srgbClr val="16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Von der Idee zur lebenden Website.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329184" y="1481328"/>
            <a:ext cx="1298448" cy="3090672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9184" y="159105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93192" y="194767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Workshop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2395728"/>
            <a:ext cx="1170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 Institute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mit KI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bauen — Impuls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eigene Präsenz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27632" y="3063240"/>
            <a:ext cx="91440" cy="0"/>
          </a:xfrm>
          <a:prstGeom prst="line">
            <a:avLst/>
          </a:prstGeom>
          <a:noFill/>
          <a:ln w="19050">
            <a:solidFill>
              <a:srgbClr val="FF98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19072" y="1481328"/>
            <a:ext cx="1298448" cy="3090672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19072" y="159105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83080" y="194767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83080" y="2395728"/>
            <a:ext cx="1170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educube-a11y/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steffenschuster-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17520" y="3063240"/>
            <a:ext cx="91440" cy="0"/>
          </a:xfrm>
          <a:prstGeom prst="line">
            <a:avLst/>
          </a:prstGeom>
          <a:noFill/>
          <a:ln w="19050">
            <a:solidFill>
              <a:srgbClr val="FF98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1481328"/>
            <a:ext cx="1298448" cy="3090672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08960" y="159105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172968" y="194767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Netlify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72968" y="2395728"/>
            <a:ext cx="1170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 Vercel: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bestehendes Konto,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verbunden,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aktiv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07408" y="3063240"/>
            <a:ext cx="91440" cy="0"/>
          </a:xfrm>
          <a:prstGeom prst="line">
            <a:avLst/>
          </a:prstGeom>
          <a:noFill/>
          <a:ln w="19050">
            <a:solidFill>
              <a:srgbClr val="FF98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98848" y="1481328"/>
            <a:ext cx="1298448" cy="3090672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98848" y="159105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62856" y="194767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62856" y="2395728"/>
            <a:ext cx="1170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steffenschuster.de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IONOS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DNS-Zeiger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Netlify CNAME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97296" y="3063240"/>
            <a:ext cx="91440" cy="0"/>
          </a:xfrm>
          <a:prstGeom prst="line">
            <a:avLst/>
          </a:prstGeom>
          <a:noFill/>
          <a:ln w="19050">
            <a:solidFill>
              <a:srgbClr val="FF98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88736" y="1481328"/>
            <a:ext cx="1298448" cy="3090672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88736" y="159105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52744" y="194767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+ KI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52744" y="2395728"/>
            <a:ext cx="1170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Component-Struktur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Claude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187184" y="3063240"/>
            <a:ext cx="91440" cy="0"/>
          </a:xfrm>
          <a:prstGeom prst="line">
            <a:avLst/>
          </a:prstGeom>
          <a:noFill/>
          <a:ln w="19050">
            <a:solidFill>
              <a:srgbClr val="FF98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78624" y="1481328"/>
            <a:ext cx="1298448" cy="3090672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78624" y="159105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42632" y="194767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Impeccable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42632" y="2395728"/>
            <a:ext cx="11704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Design-Skill für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Spacing, Typografie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visuellen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Feinschliff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VISUELLE SPIELEREIEN &amp; EFFEKTE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Bewegung, die begeistert.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2029968" cy="1426464"/>
          </a:xfrm>
          <a:prstGeom prst="roundRect">
            <a:avLst>
              <a:gd name="adj" fmla="val 5769"/>
            </a:avLst>
          </a:prstGeom>
          <a:solidFill>
            <a:srgbClr val="182D40"/>
          </a:solidFill>
          <a:ln w="6350">
            <a:solidFill>
              <a:srgbClr val="2A4A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655064"/>
            <a:ext cx="73152" cy="73152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91056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Cursor + Trail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3504" y="1975104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Orangefarbener Cursor mit Leuchtschweif — sichtbares Markenzeichen beim Erkunden der Seite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444752"/>
            <a:ext cx="2029968" cy="1426464"/>
          </a:xfrm>
          <a:prstGeom prst="roundRect">
            <a:avLst>
              <a:gd name="adj" fmla="val 5769"/>
            </a:avLst>
          </a:prstGeom>
          <a:solidFill>
            <a:srgbClr val="182D40"/>
          </a:solidFill>
          <a:ln w="6350">
            <a:solidFill>
              <a:srgbClr val="2A4A6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06624" y="1655064"/>
            <a:ext cx="73152" cy="73152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591056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HeroParticles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06624" y="1975104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Animiertes Partikelnetzwerk im Hero — zufällig, reagiert auf Mausbewegung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444752"/>
            <a:ext cx="2029968" cy="1426464"/>
          </a:xfrm>
          <a:prstGeom prst="roundRect">
            <a:avLst>
              <a:gd name="adj" fmla="val 5769"/>
            </a:avLst>
          </a:prstGeom>
          <a:solidFill>
            <a:srgbClr val="182D40"/>
          </a:solidFill>
          <a:ln w="6350">
            <a:solidFill>
              <a:srgbClr val="2A4A6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9744" y="1655064"/>
            <a:ext cx="73152" cy="73152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591056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NeuralCanvas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9744" y="1975104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Live-Canvas neuronaler Aktivität in der Nora-KI-Sektion — macht KI sichtbar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1444752"/>
            <a:ext cx="2029968" cy="1426464"/>
          </a:xfrm>
          <a:prstGeom prst="roundRect">
            <a:avLst>
              <a:gd name="adj" fmla="val 5769"/>
            </a:avLst>
          </a:prstGeom>
          <a:solidFill>
            <a:srgbClr val="182D40"/>
          </a:solidFill>
          <a:ln w="6350">
            <a:solidFill>
              <a:srgbClr val="2A4A6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12864" y="1655064"/>
            <a:ext cx="73152" cy="73152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1591056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NetworkField (SVG)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12864" y="1975104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Dekoratives Netzwerk als Hintergrundtextur — 3× mit je anderen Parametern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962656"/>
            <a:ext cx="2029968" cy="1426464"/>
          </a:xfrm>
          <a:prstGeom prst="roundRect">
            <a:avLst>
              <a:gd name="adj" fmla="val 5769"/>
            </a:avLst>
          </a:prstGeom>
          <a:solidFill>
            <a:srgbClr val="182D40"/>
          </a:solidFill>
          <a:ln w="6350">
            <a:solidFill>
              <a:srgbClr val="2A4A6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" y="3172968"/>
            <a:ext cx="73152" cy="73152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108960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TiltCard 3D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3504" y="3493008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Hover-Kippeffekt auf Karten — reagiert auf Mausposition, gibt Tiefe und Gewicht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0" y="2962656"/>
            <a:ext cx="2029968" cy="1426464"/>
          </a:xfrm>
          <a:prstGeom prst="roundRect">
            <a:avLst>
              <a:gd name="adj" fmla="val 5769"/>
            </a:avLst>
          </a:prstGeom>
          <a:solidFill>
            <a:srgbClr val="182D40"/>
          </a:solidFill>
          <a:ln w="6350">
            <a:solidFill>
              <a:srgbClr val="2A4A6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06624" y="3172968"/>
            <a:ext cx="73152" cy="73152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6" name="Text 24"/>
          <p:cNvSpPr/>
          <p:nvPr/>
        </p:nvSpPr>
        <p:spPr>
          <a:xfrm>
            <a:off x="2834640" y="3108960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ScrollReveal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06624" y="3493008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data-reveal triggert CSS-Fade-ins beim Scrollen — Elemente erscheinen sanft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2962656"/>
            <a:ext cx="2029968" cy="1426464"/>
          </a:xfrm>
          <a:prstGeom prst="roundRect">
            <a:avLst>
              <a:gd name="adj" fmla="val 5769"/>
            </a:avLst>
          </a:prstGeom>
          <a:solidFill>
            <a:srgbClr val="182D40"/>
          </a:solidFill>
          <a:ln w="6350">
            <a:solidFill>
              <a:srgbClr val="2A4A6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9744" y="3172968"/>
            <a:ext cx="73152" cy="73152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108960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Parallax Portraits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9744" y="3493008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scrollen langsamer als der Inhalt — erzeugt Tiefenwirkung auf Bildbereiche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66560" y="2962656"/>
            <a:ext cx="2029968" cy="1426464"/>
          </a:xfrm>
          <a:prstGeom prst="roundRect">
            <a:avLst>
              <a:gd name="adj" fmla="val 5769"/>
            </a:avLst>
          </a:prstGeom>
          <a:solidFill>
            <a:srgbClr val="182D40"/>
          </a:solidFill>
          <a:ln w="6350">
            <a:solidFill>
              <a:srgbClr val="2A4A6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12864" y="3172968"/>
            <a:ext cx="73152" cy="73152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0" y="3108960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HeroHeadline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12864" y="3493008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Animierter Einstiegstitel — zieht sofort die Aufmerksamkeit auf die Kernbotschaft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9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TECHNISCHE RAFFINESSE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7315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Sauber gebaut. Klug strukturiert.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3931920" cy="3401568"/>
          </a:xfrm>
          <a:prstGeom prst="roundRect">
            <a:avLst>
              <a:gd name="adj" fmla="val 3226"/>
            </a:avLst>
          </a:prstGeom>
          <a:solidFill>
            <a:srgbClr val="0F1F2E"/>
          </a:solidFill>
          <a:ln w="6350">
            <a:solidFill>
              <a:srgbClr val="2A4A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7276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ARCHITEKTUR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7512" y="2112264"/>
            <a:ext cx="82296" cy="82296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020824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14+ App Router — Server Components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67512" y="2551176"/>
            <a:ext cx="82296" cy="82296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459736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— vollständig typisiert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67512" y="2990088"/>
            <a:ext cx="82296" cy="82296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898648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 Custom React Components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" y="3429000"/>
            <a:ext cx="82296" cy="82296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337560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next/image — automatische Bildoptimierung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" y="3867912"/>
            <a:ext cx="82296" cy="82296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776472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Seiten: /, /ueber, /kontakt, /impressum 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" y="4306824"/>
            <a:ext cx="82296" cy="82296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215384"/>
            <a:ext cx="3364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Auto-Deploy via GitHub Push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1444752"/>
            <a:ext cx="4069080" cy="3401568"/>
          </a:xfrm>
          <a:prstGeom prst="roundRect">
            <a:avLst>
              <a:gd name="adj" fmla="val 3226"/>
            </a:avLst>
          </a:prstGeom>
          <a:solidFill>
            <a:srgbClr val="0F1F2E"/>
          </a:solidFill>
          <a:ln w="6350">
            <a:solidFill>
              <a:srgbClr val="2A4A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15727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DESIGN-CODE &amp; QUALITÄT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18888" y="2112264"/>
            <a:ext cx="82296" cy="82296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1" name="Text 19"/>
          <p:cNvSpPr/>
          <p:nvPr/>
        </p:nvSpPr>
        <p:spPr>
          <a:xfrm>
            <a:off x="4992624" y="202082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Custom Fonts: DM Sans, Cormorant, JetBrains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18888" y="2551176"/>
            <a:ext cx="82296" cy="82296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3" name="Text 21"/>
          <p:cNvSpPr/>
          <p:nvPr/>
        </p:nvSpPr>
        <p:spPr>
          <a:xfrm>
            <a:off x="4992624" y="2459736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clamp() für fluid responsive Typografie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18888" y="2990088"/>
            <a:ext cx="82296" cy="82296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5" name="Text 23"/>
          <p:cNvSpPr/>
          <p:nvPr/>
        </p:nvSpPr>
        <p:spPr>
          <a:xfrm>
            <a:off x="4992624" y="28986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 — konsistentes Theming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18888" y="3429000"/>
            <a:ext cx="82296" cy="82296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7" name="Text 25"/>
          <p:cNvSpPr/>
          <p:nvPr/>
        </p:nvSpPr>
        <p:spPr>
          <a:xfrm>
            <a:off x="4992624" y="333756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Semantisches HTML: &lt;address&gt;, &lt;nav&gt;, &lt;footer&gt;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18888" y="3867912"/>
            <a:ext cx="82296" cy="82296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9" name="Text 27"/>
          <p:cNvSpPr/>
          <p:nvPr/>
        </p:nvSpPr>
        <p:spPr>
          <a:xfrm>
            <a:off x="4992624" y="377647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alternating sections — CI-konsequent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18888" y="4306824"/>
            <a:ext cx="82296" cy="82296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31" name="Text 29"/>
          <p:cNvSpPr/>
          <p:nvPr/>
        </p:nvSpPr>
        <p:spPr>
          <a:xfrm>
            <a:off x="4992624" y="421538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Kontaktformular mit /danke-Redirect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45F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 — SUCHMASCHINENOPTIMIERUNG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7772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6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Sichtbar für Menschen — und für Maschinen.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184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45F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Technisches SEO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2286000"/>
            <a:ext cx="82296" cy="82296"/>
          </a:xfrm>
          <a:prstGeom prst="ellipse">
            <a:avLst/>
          </a:prstGeom>
          <a:solidFill>
            <a:srgbClr val="345F85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128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URL (www-redirect)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2788920"/>
            <a:ext cx="82296" cy="82296"/>
          </a:xfrm>
          <a:prstGeom prst="ellipse">
            <a:avLst/>
          </a:prstGeom>
          <a:solidFill>
            <a:srgbClr val="345F85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7157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robots: index, follow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3291840"/>
            <a:ext cx="82296" cy="82296"/>
          </a:xfrm>
          <a:prstGeom prst="ellipse">
            <a:avLst/>
          </a:prstGeom>
          <a:solidFill>
            <a:srgbClr val="345F85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2186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Title &amp; Description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3794760"/>
            <a:ext cx="82296" cy="82296"/>
          </a:xfrm>
          <a:prstGeom prst="ellipse">
            <a:avLst/>
          </a:prstGeom>
          <a:solidFill>
            <a:srgbClr val="345F85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37216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 + mobile-ready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1444752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29000" y="16184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B90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Graph &amp; Social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47288" y="2286000"/>
            <a:ext cx="82296" cy="82296"/>
          </a:xfrm>
          <a:prstGeom prst="ellipse">
            <a:avLst/>
          </a:prstGeom>
          <a:solidFill>
            <a:srgbClr val="5B90B9"/>
          </a:solidFill>
          <a:ln/>
        </p:spPr>
      </p:sp>
      <p:sp>
        <p:nvSpPr>
          <p:cNvPr id="17" name="Text 15"/>
          <p:cNvSpPr/>
          <p:nvPr/>
        </p:nvSpPr>
        <p:spPr>
          <a:xfrm>
            <a:off x="3593592" y="22128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og:title / og:description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47288" y="2788920"/>
            <a:ext cx="82296" cy="82296"/>
          </a:xfrm>
          <a:prstGeom prst="ellipse">
            <a:avLst/>
          </a:prstGeom>
          <a:solidFill>
            <a:srgbClr val="5B90B9"/>
          </a:solidFill>
          <a:ln/>
        </p:spPr>
      </p:sp>
      <p:sp>
        <p:nvSpPr>
          <p:cNvPr id="19" name="Text 17"/>
          <p:cNvSpPr/>
          <p:nvPr/>
        </p:nvSpPr>
        <p:spPr>
          <a:xfrm>
            <a:off x="3593592" y="27157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og:image (1200 × 630 px)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47288" y="3291840"/>
            <a:ext cx="82296" cy="82296"/>
          </a:xfrm>
          <a:prstGeom prst="ellipse">
            <a:avLst/>
          </a:prstGeom>
          <a:solidFill>
            <a:srgbClr val="5B90B9"/>
          </a:solidFill>
          <a:ln/>
        </p:spPr>
      </p:sp>
      <p:sp>
        <p:nvSpPr>
          <p:cNvPr id="21" name="Text 19"/>
          <p:cNvSpPr/>
          <p:nvPr/>
        </p:nvSpPr>
        <p:spPr>
          <a:xfrm>
            <a:off x="3593592" y="32186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og:locale: de_DE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47288" y="3794760"/>
            <a:ext cx="82296" cy="82296"/>
          </a:xfrm>
          <a:prstGeom prst="ellipse">
            <a:avLst/>
          </a:prstGeom>
          <a:solidFill>
            <a:srgbClr val="5B90B9"/>
          </a:solidFill>
          <a:ln/>
        </p:spPr>
      </p:sp>
      <p:sp>
        <p:nvSpPr>
          <p:cNvPr id="23" name="Text 21"/>
          <p:cNvSpPr/>
          <p:nvPr/>
        </p:nvSpPr>
        <p:spPr>
          <a:xfrm>
            <a:off x="3593592" y="37216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Twitter: summary_large_image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1444752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9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16184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9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Strukturierte Daten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36208" y="2286000"/>
            <a:ext cx="82296" cy="82296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7" name="Text 25"/>
          <p:cNvSpPr/>
          <p:nvPr/>
        </p:nvSpPr>
        <p:spPr>
          <a:xfrm>
            <a:off x="6382512" y="22128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 Person (knowsAbout, award)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36208" y="2788920"/>
            <a:ext cx="82296" cy="82296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9" name="Text 27"/>
          <p:cNvSpPr/>
          <p:nvPr/>
        </p:nvSpPr>
        <p:spPr>
          <a:xfrm>
            <a:off x="6382512" y="27157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 ProfessionalService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36208" y="3291840"/>
            <a:ext cx="82296" cy="82296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32186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 FAQPage — 6 Fragen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36208" y="3794760"/>
            <a:ext cx="82296" cy="82296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33" name="Text 31"/>
          <p:cNvSpPr/>
          <p:nvPr/>
        </p:nvSpPr>
        <p:spPr>
          <a:xfrm>
            <a:off x="6382512" y="37216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sameAs: LinkedIn + nora-ki.de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663440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DDE8F3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6817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45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 im Footer: educube GmbH · Stiller Weg 15 · 22607 Hamburg — Konsistenz-Signal für lokales SEO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 — GENERATIVE ENGINE OPTIMIZATION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5486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Sichtbar in KI-Antworten —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nicht nur in Google.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810512"/>
            <a:ext cx="3931920" cy="1170432"/>
          </a:xfrm>
          <a:prstGeom prst="roundRect">
            <a:avLst>
              <a:gd name="adj" fmla="val 7813"/>
            </a:avLst>
          </a:prstGeom>
          <a:solidFill>
            <a:srgbClr val="182D40"/>
          </a:solidFill>
          <a:ln w="6350">
            <a:solidFill>
              <a:srgbClr val="2A4A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11096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9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ist GEO?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212848"/>
            <a:ext cx="35661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optimiert Inhalte so, dass KI-Systeme (ChatGPT, Gemini, Perplexity) sie zitieren — statt nur Google sie zu ranken.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3090672"/>
            <a:ext cx="3931920" cy="877824"/>
          </a:xfrm>
          <a:prstGeom prst="roundRect">
            <a:avLst>
              <a:gd name="adj" fmla="val 10417"/>
            </a:avLst>
          </a:prstGeom>
          <a:solidFill>
            <a:srgbClr val="182D40"/>
          </a:solidFill>
          <a:ln w="6350">
            <a:solidFill>
              <a:srgbClr val="2A4A6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9125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#ZFA-Podcast · 42.000+ Streams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48386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Messbare Reichweite als Credibility-Signal — in der Biografie verankert und GEO-wirksam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1810512"/>
            <a:ext cx="4069080" cy="713232"/>
          </a:xfrm>
          <a:prstGeom prst="roundRect">
            <a:avLst>
              <a:gd name="adj" fmla="val 11538"/>
            </a:avLst>
          </a:prstGeom>
          <a:solidFill>
            <a:srgbClr val="182D40"/>
          </a:solidFill>
          <a:ln w="6350">
            <a:solidFill>
              <a:srgbClr val="2A4A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901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FAQPage Schema (6 Fragen)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73168" y="217627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/ueber — direkt zitierfähig für KI-Systeme mit vollständigen Q&amp;A-Paaren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2596896"/>
            <a:ext cx="4069080" cy="713232"/>
          </a:xfrm>
          <a:prstGeom prst="roundRect">
            <a:avLst>
              <a:gd name="adj" fmla="val 11538"/>
            </a:avLst>
          </a:prstGeom>
          <a:solidFill>
            <a:srgbClr val="182D40"/>
          </a:solidFill>
          <a:ln w="6350">
            <a:solidFill>
              <a:srgbClr val="2A4A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26883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 + Service JSON-LD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73168" y="296265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knowsAbout, award, founder, sameAs — maschinenlesbare Identität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0" y="3383280"/>
            <a:ext cx="4069080" cy="713232"/>
          </a:xfrm>
          <a:prstGeom prst="roundRect">
            <a:avLst>
              <a:gd name="adj" fmla="val 11538"/>
            </a:avLst>
          </a:prstGeom>
          <a:solidFill>
            <a:srgbClr val="182D40"/>
          </a:solidFill>
          <a:ln w="6350">
            <a:solidFill>
              <a:srgbClr val="2A4A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Faktenbuch „Auf einen Blick“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73168" y="37490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Standort, Leistungen, USPs, Belege — ideal für KI-Extraktion komprimiert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4169664"/>
            <a:ext cx="4069080" cy="713232"/>
          </a:xfrm>
          <a:prstGeom prst="roundRect">
            <a:avLst>
              <a:gd name="adj" fmla="val 11538"/>
            </a:avLst>
          </a:prstGeom>
          <a:solidFill>
            <a:srgbClr val="182D40"/>
          </a:solidFill>
          <a:ln w="6350">
            <a:solidFill>
              <a:srgbClr val="2A4A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42611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Vollständige Biografie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73168" y="45354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Hohe Entitätendichte: Personen, Orte, Projekte, Daten — semantisch reich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45F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ERGÄNZUNGEN &amp; EMPFEHLUNGEN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7315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16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ich noch ergänzen würde.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82296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1691640"/>
            <a:ext cx="365760" cy="365760"/>
          </a:xfrm>
          <a:prstGeom prst="ellipse">
            <a:avLst/>
          </a:prstGeom>
          <a:solidFill>
            <a:srgbClr val="345F85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8249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24712" y="15636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4712" y="18196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Lighthouse + Search Console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161848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Vitals prüfen — LCP durch Canvas-Animationen. Search Console für Crawling und Impressions-Feedback.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" y="2542032"/>
            <a:ext cx="365760" cy="365760"/>
          </a:xfrm>
          <a:prstGeom prst="ellipse">
            <a:avLst/>
          </a:prstGeom>
          <a:solidFill>
            <a:srgbClr val="345F85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253288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24712" y="24140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TECHNISCH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24712" y="2670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sitemap.xml + robots.txt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246888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next-sitemap generiert automatisch. robots.txt mit Sitemap-Referenz — Basis für zuverlässige Suchmaschinen-Indexierung.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82112"/>
            <a:ext cx="82296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" y="3392424"/>
            <a:ext cx="365760" cy="365760"/>
          </a:xfrm>
          <a:prstGeom prst="ellipse">
            <a:avLst/>
          </a:prstGeom>
          <a:solidFill>
            <a:srgbClr val="345F85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" y="33832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24712" y="3264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24712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Kontaktformular-Backend (Resend)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0" y="3319272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Formular braucht ein E-Mail-Backend (Resend.com + Netlify Function), damit Anfragen wirklich ankommen.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032504"/>
            <a:ext cx="82296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" y="4242816"/>
            <a:ext cx="365760" cy="365760"/>
          </a:xfrm>
          <a:prstGeom prst="ellipse">
            <a:avLst/>
          </a:prstGeom>
          <a:solidFill>
            <a:srgbClr val="345F85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" y="423367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24712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VERTRAUEN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24712" y="4370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21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Testimonials mit Review Schema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4169664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55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Referenzaussagen + JSON-LD Review stärken Besucher-Vertrauen und AI-Sichtbarkeit zugleich.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097280"/>
            <a:ext cx="6400800" cy="6400800"/>
          </a:xfrm>
          <a:prstGeom prst="ellipse">
            <a:avLst/>
          </a:prstGeom>
          <a:solidFill>
            <a:srgbClr val="345F85">
              <a:alpha val="18000"/>
            </a:srgbClr>
          </a:solidFill>
          <a:ln w="12700">
            <a:solidFill>
              <a:srgbClr val="345F8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F9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FAZIT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85216"/>
            <a:ext cx="68580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 Website, die</a:t>
            </a:r>
            <a:endParaRPr lang="en-US" sz="3000" dirty="0"/>
          </a:p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mehr ist als eine Visitenkarte.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176272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82D40"/>
          </a:solidFill>
          <a:ln w="6350">
            <a:solidFill>
              <a:srgbClr val="2A4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4942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9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9077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Components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2176272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82D40"/>
          </a:solidFill>
          <a:ln w="6350">
            <a:solidFill>
              <a:srgbClr val="2A4A6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224942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9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68880" y="29077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JSON-LD Schemas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80560" y="2176272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82D40"/>
          </a:solidFill>
          <a:ln w="6350">
            <a:solidFill>
              <a:srgbClr val="2A4A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24942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9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480560" y="29077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Visuelle Effekte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92240" y="2176272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82D40"/>
          </a:solidFill>
          <a:ln w="6350">
            <a:solidFill>
              <a:srgbClr val="2A4A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24942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9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5×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92240" y="29077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Auszeichnungen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Gebaut in einem Workshop — mit professionellem Anspruch. Vom animierten Cursor bis zum FAQPage-Schema: steffenschuster.de ist Bildungs-KI zum Anfassen.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4407408"/>
            <a:ext cx="3840480" cy="502920"/>
          </a:xfrm>
          <a:prstGeom prst="roundRect">
            <a:avLst>
              <a:gd name="adj" fmla="val 14545"/>
            </a:avLst>
          </a:prstGeom>
          <a:solidFill>
            <a:srgbClr val="FF9800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4425696"/>
            <a:ext cx="3657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9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steffenschuster.de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steffenschuster.de — Challenge-Präsentation</dc:title>
  <dc:subject>PptxGenJS Presentation</dc:subject>
  <dc:creator>Steffen Schuster</dc:creator>
  <cp:lastModifiedBy>Steffen Schuster</cp:lastModifiedBy>
  <cp:revision>1</cp:revision>
  <dcterms:created xsi:type="dcterms:W3CDTF">2026-07-05T12:59:27Z</dcterms:created>
  <dcterms:modified xsi:type="dcterms:W3CDTF">2026-07-05T12:59:27Z</dcterms:modified>
</cp:coreProperties>
</file>